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133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Cryptographically Secure E-Voting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Paper-based elections are inefficient, error-prone, and hard to audit.</a:t>
            </a:r>
          </a:p>
          <a:p>
            <a:pPr>
              <a:defRPr sz="1800"/>
            </a:pPr>
            <a:r>
              <a:t>Goal: Build a secure, auditable, privacy-preserving e-voting system for campus organizations.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Voter authentication &amp; one-time ballot issuance</a:t>
            </a:r>
          </a:p>
          <a:p>
            <a:pPr>
              <a:defRPr sz="1800"/>
            </a:pPr>
            <a:r>
              <a:t>Ballot privacy (votes encrypted)</a:t>
            </a:r>
          </a:p>
          <a:p>
            <a:pPr>
              <a:defRPr sz="1800"/>
            </a:pPr>
            <a:r>
              <a:t>Tamper-evident audit log</a:t>
            </a:r>
          </a:p>
          <a:p>
            <a:pPr>
              <a:defRPr sz="1800"/>
            </a:pPr>
            <a:r>
              <a:t>Threshold decryption using Shamir Secret Sharing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A-Server: Registration (issues ballot tokens)</a:t>
            </a:r>
          </a:p>
          <a:p>
            <a:pPr>
              <a:defRPr sz="1800"/>
            </a:pPr>
            <a:r>
              <a:t>B-Server: Voting (encrypts votes, updates audit log)</a:t>
            </a:r>
          </a:p>
          <a:p>
            <a:pPr>
              <a:defRPr sz="1800"/>
            </a:pPr>
            <a:r>
              <a:t>Tallying/Admin: Reconstruct AES key using Shamir shares to decrypt votes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&amp;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meta.json: AES key (base64), prime, shares, used voter IDs</a:t>
            </a:r>
          </a:p>
          <a:p>
            <a:pPr>
              <a:defRPr sz="1800"/>
            </a:pPr>
            <a:r>
              <a:t>regmap.json: issued ballot tokens</a:t>
            </a:r>
          </a:p>
          <a:p>
            <a:pPr>
              <a:defRPr sz="1800"/>
            </a:pPr>
            <a:r>
              <a:t>audit.json: chained encrypted vote entries (iv, ct, prev, hash)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Encryption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AES-256 in CBC mode used to encrypt each vote</a:t>
            </a:r>
          </a:p>
          <a:p>
            <a:pPr>
              <a:defRPr sz="1800"/>
            </a:pPr>
            <a:r>
              <a:t>IV is random per vote and stored with ciphertext</a:t>
            </a:r>
          </a:p>
          <a:p>
            <a:pPr>
              <a:defRPr sz="1800"/>
            </a:pPr>
            <a:r>
              <a:t>Audit entries include SHA-256 hash chaining to detect tampering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Shamir Secret Sharing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Secret (AES key) split into n=5 shares with threshold k=3</a:t>
            </a:r>
          </a:p>
          <a:p>
            <a:pPr>
              <a:defRPr sz="1800"/>
            </a:pPr>
            <a:r>
              <a:t>Reconstruction uses Lagrange interpolation modulo a prime p</a:t>
            </a:r>
          </a:p>
          <a:p>
            <a:pPr>
              <a:defRPr sz="1800"/>
            </a:pPr>
            <a:r>
              <a:t>Prime p MUST be larger than the secret integer (AES key)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Issue &amp; Fix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Issue: prime in meta.json was too small (≈66 bits) for AES-256</a:t>
            </a:r>
          </a:p>
          <a:p>
            <a:pPr>
              <a:defRPr sz="1800"/>
            </a:pPr>
            <a:r>
              <a:t>Effect: reconstructed secret ≡ original_key (mod p) → wrong key → decryption errors</a:t>
            </a:r>
          </a:p>
          <a:p>
            <a:pPr>
              <a:defRPr sz="1800"/>
            </a:pPr>
            <a:r>
              <a:t>Fix: choose prime &gt; 2^256 and regenerate shares consistently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Steps (what to show)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Register a voter -&gt; get ballot token</a:t>
            </a:r>
          </a:p>
          <a:p>
            <a:pPr>
              <a:defRPr sz="1800"/>
            </a:pPr>
            <a:r>
              <a:t>Cast vote using token -&gt; view receipt/hash in audit log</a:t>
            </a:r>
          </a:p>
          <a:p>
            <a:pPr>
              <a:defRPr sz="1800"/>
            </a:pPr>
            <a:r>
              <a:t>Tally: supply 3 shares -&gt; reconstruct key -&gt; decrypt and display counts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Confidentiality: votes encrypted with AES-256</a:t>
            </a:r>
          </a:p>
          <a:p>
            <a:pPr>
              <a:defRPr sz="1800"/>
            </a:pPr>
            <a:r>
              <a:t>Integrity: audit log hash chaining</a:t>
            </a:r>
          </a:p>
          <a:p>
            <a:pPr>
              <a:defRPr sz="1800"/>
            </a:pPr>
            <a:r>
              <a:t>Distributed trust: no single admin can decrypt without threshold shares</a:t>
            </a:r>
          </a:p>
          <a:p>
            <a:pPr>
              <a:defRPr sz="1800"/>
            </a:pPr>
            <a:r>
              <a:t>Limitations: server compromise, IV reuse, key management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Use authenticated encryption (AES-GCM) instead of CBC</a:t>
            </a:r>
          </a:p>
          <a:p>
            <a:pPr>
              <a:defRPr sz="1800"/>
            </a:pPr>
            <a:r>
              <a:t>Migrate JSON storage to a database with access controls</a:t>
            </a:r>
          </a:p>
          <a:p>
            <a:pPr>
              <a:defRPr sz="1800"/>
            </a:pPr>
            <a:r>
              <a:t>Use hardware security module (HSM) for key generation &amp; storage</a:t>
            </a:r>
          </a:p>
          <a:p>
            <a:pPr>
              <a:defRPr sz="1800"/>
            </a:pPr>
            <a:r>
              <a:t>Add voter anonymity proofs (e.g., mixnets or blind signatures)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</TotalTime>
  <Words>371</Words>
  <Application>Microsoft Office PowerPoint</Application>
  <PresentationFormat>On-screen Show (4:3)</PresentationFormat>
  <Paragraphs>53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Cryptographically Secure E-Voting System</vt:lpstr>
      <vt:lpstr>Problem Statement</vt:lpstr>
      <vt:lpstr>System Goals</vt:lpstr>
      <vt:lpstr>High-Level Architecture</vt:lpstr>
      <vt:lpstr>Data &amp; Storage</vt:lpstr>
      <vt:lpstr>Encryption Details</vt:lpstr>
      <vt:lpstr>Shamir Secret Sharing</vt:lpstr>
      <vt:lpstr>Common Issue &amp; Fix</vt:lpstr>
      <vt:lpstr>Demo Steps (what to show)</vt:lpstr>
      <vt:lpstr>Security Analysis</vt:lpstr>
      <vt:lpstr>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Cryptographically Secure E-Voting System</dc:title>
  <dc:subject/>
  <dc:creator>Automated Deck Generator</dc:creator>
  <cp:keywords/>
  <dc:description>generated using python-pptx</dc:description>
  <cp:lastModifiedBy>prem saldana</cp:lastModifiedBy>
  <cp:revision>2</cp:revision>
  <dcterms:created xsi:type="dcterms:W3CDTF">2013-01-27T09:14:16Z</dcterms:created>
  <dcterms:modified xsi:type="dcterms:W3CDTF">2025-11-17T11:22:50Z</dcterms:modified>
  <cp:category/>
</cp:coreProperties>
</file>